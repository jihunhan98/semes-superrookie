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 — 백엔드 중심</a:t>
            </a:r>
            <a:endParaRPr lang="en-US" sz="3000" dirty="0"/>
          </a:p>
        </p:txBody>
      </p:sp>
      <p:pic>
        <p:nvPicPr>
          <p:cNvPr id="4" name="Image 0" descr="/home/user/semes-superrookie/docs/img/ppt-arch-bac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00200"/>
            <a:ext cx="10241280" cy="3694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백엔드가 중심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요구사항·산출물·추적성을 관리하고 AI 판정/생성을 중개한다. (구현 프레임워크는 세부사항)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반출 차단 환경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외부 AI API(GPT·Claude) 불가 → 사내 로컬/사내 API 모델만 사용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28800"/>
            <a:ext cx="10515600" cy="39273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req-tf-01(신규 태스크 생성) 한 건에서 기능요구사항 6건 · 비기능요구사항 5건을 자동 도출 (AI 초안)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2026-07-30T00:44:07Z</dcterms:created>
  <dcterms:modified xsi:type="dcterms:W3CDTF">2026-07-30T00:44:07Z</dcterms:modified>
</cp:coreProperties>
</file>