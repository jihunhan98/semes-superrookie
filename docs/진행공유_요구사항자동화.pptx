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514600"/>
            <a:ext cx="11612880" cy="3055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AI가 어디까지 만드나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산출물의 세부 항목은 최종적으로 AI가 완성한다.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다만 협업 방식이 2가지 — 다음 장에서 예시로 설명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 → 사람 확정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요구서만으로 채울 수 있는 항목 — AI가 초안, 사람은 판단 필요한 값만 수정 후 확정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초안 → AI 완성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AI가 모르는 현재 시스템 상태(as-is)가 필요한 항목 — 사람이 핵심만 간결히 적으면 AI가 양식에 맞춰 완성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 방식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(as-is는 사람, to-be는 AI)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선행조건 · 시나리오 · 후행조건으로 동작 흐름 정의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선행조건 · 시나리오 · 후행조건 (기능과 동일 구조)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직접 초안 → AI 완성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모르는 “현재 시스템 상태”가 필요한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사람은 아는 사실을 간결·명료하게 적고, AI가 그 초안을 문서 양식에 맞춰 상세하게 완성한다. (예: 개발 이슈)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39696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직접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139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139696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상세화·완성</a:t>
            </a:r>
            <a:endParaRPr lang="en-US" sz="1500" dirty="0"/>
          </a:p>
        </p:txBody>
      </p:sp>
      <p:pic>
        <p:nvPicPr>
          <p:cNvPr id="9" name="Image 0" descr="/home/user/semes-superrookie/docs/img/ppt-collab-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724912"/>
            <a:ext cx="11247120" cy="36420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AI 초안 → 사람 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요구서만으로 채울 수 있는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AI가 요구사항 기반으로 초안을 만들면, 사람은 판단이 필요한 값만 수정·보강해 확정한다. (예: 기능 요구사항 — Task Step 변경 기능)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1488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148840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검토·확정</a:t>
            </a:r>
            <a:endParaRPr lang="en-US" sz="1500" dirty="0"/>
          </a:p>
        </p:txBody>
      </p:sp>
      <p:pic>
        <p:nvPicPr>
          <p:cNvPr id="9" name="Image 0" descr="/home/user/semes-superrookie/docs/img/ppt-collab-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706624"/>
            <a:ext cx="11247120" cy="37892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11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정의”(선행조건 · 시나리오 · 후행조건)가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하나가 시스템을 통과하는 과정 · 추적성</a:t>
            </a:r>
            <a:endParaRPr lang="en-US" sz="3000" dirty="0"/>
          </a:p>
        </p:txBody>
      </p:sp>
      <p:pic>
        <p:nvPicPr>
          <p:cNvPr id="4" name="Image 0" descr="/home/user/semes-superrookie/docs/img/ppt-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514600"/>
            <a:ext cx="11795760" cy="28831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2026-08-07T01:34:07Z</dcterms:created>
  <dcterms:modified xsi:type="dcterms:W3CDTF">2026-08-07T01:34:07Z</dcterms:modified>
</cp:coreProperties>
</file>