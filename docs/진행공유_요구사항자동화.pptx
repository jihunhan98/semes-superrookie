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항목별로 누가 쓰나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</a:t>
            </a:r>
            <a:pPr algn="ctr"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</a:t>
            </a:r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고객 요구·정해진 양식에서 도출        </a:t>
            </a:r>
            <a:pPr algn="ctr" indent="0" marL="0">
              <a:buNone/>
            </a:pPr>
            <a:r>
              <a:rPr 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</a:t>
            </a:r>
            <a:pPr algn="ctr"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현재 시스템(as-is)·설계 지식·판단이 필요한 부분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653796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 · 작성 주체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커버리지 (누가 무엇을)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전(as-is)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설계·동작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후(to-be)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 기반 목표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개선요청·제약·to-be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는 AI 초안,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현상기록·변경범위·as-is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는 사람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 (설계 지식)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(as-is)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흐름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(to-be)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설명·to-be 흐름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 AI 초안,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다이어그램·as-is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는 사람이 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 내용을 양식에 맞춰 정리·요약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 (판단)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 고객 요구에서 AI 초안,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요청자·특이사항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 사람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3가지 동작유형마다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선행조건·후행조건·시나리오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작성 → 총 9행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요구에서 규칙적으로 도출 →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항목 AI 초안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(사람이 검토·확정)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대상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 구조)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요구사항과 동일 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항목 AI 초안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(사람이 검토·확정)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2026-08-03T04:45:02Z</dcterms:created>
  <dcterms:modified xsi:type="dcterms:W3CDTF">2026-08-03T04:45:02Z</dcterms:modified>
</cp:coreProperties>
</file>