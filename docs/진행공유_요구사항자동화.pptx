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만들 문서가 너무 많다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457200" cy="4572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61288" y="1545336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작성량 과다
</a:t>
            </a:r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하나에 SWVOC·기능요구사항·상세설계·티켓 등 여러 문서를 매번 수작업으로 작성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2624328"/>
            <a:ext cx="457200" cy="4572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61288" y="2569464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해석 차이
</a:t>
            </a:r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고객(삼성전자)과 우리(세메스)가 같은 문장을 서로 다르게 해석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3648456"/>
            <a:ext cx="457200" cy="4572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61288" y="3593592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 상충
</a:t>
            </a:r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요구사항끼리 서로 어긋나는데 개발 도중·후에야 발견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66928" y="4672584"/>
            <a:ext cx="457200" cy="4572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61288" y="4617720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바뀌면 어떤 문서가 영향받는지 일일이 확인해야 함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모호·상충까지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모호한 표현 + 상충되는 요구를 검출하고 명확화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SWVOC·기능요구사항·상세설계·티켓 초안을 양식대로 생성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영향·진행상황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 — 백엔드 중심</a:t>
            </a:r>
            <a:endParaRPr lang="en-US" sz="3000" dirty="0"/>
          </a:p>
        </p:txBody>
      </p:sp>
      <p:pic>
        <p:nvPicPr>
          <p:cNvPr id="4" name="Image 0" descr="/home/user/semes-superrookie/docs/img/ppt-arch-bac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00200"/>
            <a:ext cx="10241280" cy="3694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백엔드가 중심 </a:t>
            </a:r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요구사항·산출물·추적성을 관리하고 AI 판정/생성을 중개한다. (구현 프레임워크는 세부사항)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반출 차단 환경 </a:t>
            </a:r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외부 AI API(GPT·Claude) 불가 → 사내 로컬/사내 API 모델만 사용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709928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모호한 표현 검출
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수치·기준·주체·조건이 빠져 해석이 갈리는 표현을 유형·근거와 함께 검출 (7가지 유형)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66928" y="3063240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2944368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상충되는 요구 검출
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요구사항끼리의 모순 탐지 — 예) req1 “우선순위 낮은 순” ↔ req4 “시간 순서” 상반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66928" y="4297680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4178808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명확화 (해석 확정)
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해석 입력·잠금 + 해결 전/후 비교로 무엇이 명확해졌는지 확인</a:t>
            </a:r>
            <a:endParaRPr lang="en-US" sz="1550" dirty="0"/>
          </a:p>
        </p:txBody>
      </p:sp>
      <p:pic>
        <p:nvPicPr>
          <p:cNvPr id="11" name="Image 0" descr="/home/user/semes-superrookie/docs/img/ppt-re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72200" y="1554480"/>
            <a:ext cx="5486400" cy="4114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72200" y="574243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동작 화면 — 요구사항 1건(내용+비고)에서 모호 지점 검출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하나 = Jira 이슈 4종 (+ 비기능요구사항)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1401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98448" y="230428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 (기능요구사항)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단위가 되는 메인 티켓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310896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23697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312724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(고객요구사항)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원문·정리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05993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98448" y="395020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Requirement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요구사항 상세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475488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88289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477316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Detail Design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— 시퀀스 다이어그램 등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37960" y="1783080"/>
            <a:ext cx="507492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122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생성하나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0" y="246888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 고정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산출물의 필드·구조를 템플릿으로 미리 정의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유형별 프롬프트 사전 작성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Detail Design → 시퀀스 다이어그램 자동 생성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결과는 항상 “초안”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틀 위에서 편집·추가·삭제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6712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27048" y="203911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조회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20391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1건에 연결된 기능요구사항·비기능요구사항·티켓을 한눈에 조회 (양방향)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44728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27048" y="331927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영향 분석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98848" y="331927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수정되면 영향받는 문서·티켓을 자동으로 표시 → 누락 방지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2744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27048" y="45994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진행상황 / 개발완료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98848" y="459943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요구사항·티켓의 상태(작성중·검토·개발중·완료)와 진행률을 한눈에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기존 “DB 변경관리”를 대체 — 컨셉(고객 요구사항 기반 문서화)에 맞춰 재정의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2026-07-29T23:36:43Z</dcterms:created>
  <dcterms:modified xsi:type="dcterms:W3CDTF">2026-07-29T23:36:43Z</dcterms:modified>
</cp:coreProperties>
</file>