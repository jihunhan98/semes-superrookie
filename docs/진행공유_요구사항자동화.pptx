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기능·비기능 요구사항·티켓·상세설계 등 산출물 초안을 자동 도출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변경 영향·진행상황까지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40280"/>
            <a:ext cx="11430000" cy="36219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—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기능마다 필요한 Jira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산출물이 물려 있는지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938528"/>
            <a:ext cx="10789920" cy="22119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22452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요구사항이 바뀌면, 그걸 근거로 만든 산출물을 자동으로 찾아 알림</a:t>
            </a:r>
            <a:endParaRPr lang="en-US" sz="14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" y="4590288"/>
            <a:ext cx="10789920" cy="167243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2026-07-30T07:58:18Z</dcterms:created>
  <dcterms:modified xsi:type="dcterms:W3CDTF">2026-07-30T07:58:18Z</dcterms:modified>
</cp:coreProperties>
</file>