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도출하는 산출물 5종 · 작성 주체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94360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핵심 구성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 주체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요구사항 접수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· 개선요청사항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요구사항 개발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입력 · 제약사항 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변경점 설계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 · 변경 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현상기록(배경)은 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 · to-be)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· as-is는 사람 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(누가 · 어느 기능)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 중심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요청사항은 AI가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(역할 · 목적)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× 선행·후행·시나리오 (9행)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정의가 AI 도출의 핵심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94A3B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요구사항과 동일 구조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— 개요 · 동작 정의(9행) · 제약사항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 주체:  </a:t>
            </a:r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(구조·규칙에서 자동 도출)   ·   </a:t>
            </a:r>
            <a:pPr algn="ctr"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(배경·판단이 필요한 부분) — 모두 AI가 뽑아 주는 건 아니다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2026-08-03T02:17:24Z</dcterms:created>
  <dcterms:modified xsi:type="dcterms:W3CDTF">2026-08-03T02:17:24Z</dcterms:modified>
</cp:coreProperties>
</file>