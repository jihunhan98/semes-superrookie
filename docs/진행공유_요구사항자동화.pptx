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요구사항과 SWVOC·상세설계·티켓 등 초안을 자동 생성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영향 범위·진행상황까지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3876" y="2011680"/>
            <a:ext cx="9601200" cy="3127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반출 차단 환경 </a:t>
            </a:r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외부 AI API(GPT·Claude) 불가 → 사내 로컬/사내 API 모델만 사용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1737360"/>
            <a:ext cx="11430000" cy="44458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103120"/>
            <a:ext cx="11430000" cy="31601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req-ta-01「태스크 할당 기준」을 검출·제안·협의로 명확화한 결과 — 이전 요구사항과 비교·보관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하나 = Jira 이슈 4종 (+ 비기능요구사항)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1401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98448" y="230428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 (기능요구사항)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단위가 되는 메인 티켓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10896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23697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312724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(고객요구사항)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원문·정리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05993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98448" y="395020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Requirement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상세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75488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88289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477316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Detail Design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— 시퀀스 다이어그램 등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37960" y="1783080"/>
            <a:ext cx="507492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122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생성하나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246888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 고정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산출물의 필드·구조를 템플릿으로 미리 정의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유형별 프롬프트 사전 작성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Detail Design → 시퀀스 다이어그램 자동 생성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결과는 항상 “초안”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틀 위에서 편집·추가·삭제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다음 장: req-tf-01 하나에서 실제로 도출한 예시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기능 · 비기능 요구사항</a:t>
            </a:r>
            <a:endParaRPr lang="en-US" sz="3000" dirty="0"/>
          </a:p>
        </p:txBody>
      </p:sp>
      <p:pic>
        <p:nvPicPr>
          <p:cNvPr id="4" name="Image 0" descr="/home/user/semes-superrookie/docs/img/ppt-deriv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828800"/>
            <a:ext cx="10515600" cy="39273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req-tf-01(신규 태스크 생성) 한 건에서 기능요구사항 6건 · 비기능요구사항 5건을 자동 도출 (AI 초안)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양식(템플릿)+사전 프롬프트로 4종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6712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27048" y="20391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조회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20391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1건에 연결된 기능요구사항·비기능요구사항·티켓을 한눈에 조회 (양방향)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44728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27048" y="33192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영향 분석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98848" y="331927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수정되면 영향받는 문서·티켓을 자동으로 표시 → 누락 방지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2744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7048" y="45994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진행상황 / 개발완료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98848" y="45994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요구사항·티켓의 상태(작성중·검토·개발중·완료)와 진행률을 한눈에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기존 “DB 변경관리”를 대체 — 컨셉(고객 요구사항 기반 문서화)에 맞춰 재정의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2026-07-30T01:19:39Z</dcterms:created>
  <dcterms:modified xsi:type="dcterms:W3CDTF">2026-07-30T01:19:39Z</dcterms:modified>
</cp:coreProperties>
</file>