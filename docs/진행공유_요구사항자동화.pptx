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확정된 요구사항에서 필요한 산출물(고객요구사항·기능/비기능 요구사항·티켓·상세설계)을 자동으로 도출한다.</a:t>
            </a:r>
            <a:endParaRPr lang="en-US" sz="150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2331720"/>
            <a:ext cx="10789920" cy="408919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항목별로 누가 쓰나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413248" cy="768096"/>
          </a:xfrm>
          <a:prstGeom prst="roundRect">
            <a:avLst>
              <a:gd name="adj" fmla="val 9524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389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</a:t>
            </a:r>
            <a:pPr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초안 작성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95528" y="16459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개선요청 · 요청사항 · 기능/비기능 요구사항 등 — 고객 요구와 정해진 양식에서 규칙적으로 도출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1316736"/>
            <a:ext cx="5413248" cy="768096"/>
          </a:xfrm>
          <a:prstGeom prst="roundRect">
            <a:avLst>
              <a:gd name="adj" fmla="val 9524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389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</a:t>
            </a:r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직접 작성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46520" y="16459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현상기록 · 변경범위 · 다이어그램 · 특이사항 등 — 현재 시스템·설계 지식·판단이 필요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EF9EF"/>
          </a:solidFill>
          <a:ln w="12700">
            <a:solidFill>
              <a:srgbClr val="FDE9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249424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사람의 손길이 필요한가?  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AI는 기존 코드·시스템의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상태(as-is)를 알 수 없고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설계 결정·예외 판단은 </a:t>
            </a:r>
            <a:pPr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책임과 도메인 경험이 필요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하다.  → AI 초안 위에 사람이 검토·보완한다.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98064"/>
          <a:ext cx="11064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732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 · 작성 주체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부서·담당·대상 기능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</a:t>
                      </a:r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3가지 동작유형마다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선행조건·후행조건·시나리오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작성 → 총 9행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항목마다 선행·후행·시나리오 (기능과 동일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 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2026-08-03T05:08:39Z</dcterms:created>
  <dcterms:modified xsi:type="dcterms:W3CDTF">2026-08-03T05:08:39Z</dcterms:modified>
</cp:coreProperties>
</file>