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커버리지 — 요구사항 1건에서 나오는 5종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400800"/>
                <a:gridCol w="2377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세부 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커버리지 (자동화 범위)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이슈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 · Issue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D28D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요구사항 접수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현상기록(현재 동작·문제) · 개선요청사항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D28D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요구사항 개발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변경범위 입력(영향 모듈) · 제약사항 정의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D28D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변경점 설계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변경 전(as-is) · 변경 후(to-be)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부분 자동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현상기록(배경)은 사람이 작성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Detail Design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기능 개요 · 구현 방향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Diagram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클래스 구조 · 관계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Diagram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as-is(현재 흐름) · to-be(변경 흐름)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부분 자동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Class·as-is는 사람이 검증·보완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SWVOC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요청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요청 부서·담당 · 대상 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 요구 내용 요약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특이사항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제약 · 주의 · 이력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중심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요청사항만 AI가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Function Requirement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역할(시스템 내 책임) · 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동작유형 3(기본·변형·예외) × 선행조건·후행조건·시나리오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D28D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 9행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성능 · 환경 · 인터페이스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대부분 자동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정의가 AI 도출의 핵심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Non-functional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94A3B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요구사항과 동일 구조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품질 속성(성능·신뢰성·가용성 등)을 대상으로 도출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대부분 자동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3276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커버리지 = 각 산출물을 도구가 어디까지 자동화하는지.  </a:t>
            </a:r>
            <a:pPr algn="ctr" indent="0" marL="0">
              <a:buNone/>
            </a:pPr>
            <a:r>
              <a:rPr lang="en-US" sz="110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자동</a:t>
            </a:r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/ 부분 자동 / </a:t>
            </a:r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</a:t>
            </a:r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</a:t>
            </a:r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(진한 주황)이 필요한 부분은 별도 표시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412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정의”(기본·변형·예외 × 선행·후행·시나리오, 9행)가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2026-08-03T02:36:22Z</dcterms:created>
  <dcterms:modified xsi:type="dcterms:W3CDTF">2026-08-03T02:36:22Z</dcterms:modified>
</cp:coreProperties>
</file>