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프로젝트 개요와 지금까지의 진행 상황을 파트원과 공유하기 위한 중간 보고입니다.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206240"/>
            <a:ext cx="3108960" cy="3108960"/>
          </a:xfrm>
          <a:prstGeom prst="ellipse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312E8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920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SEMES · VCS   |   파트 진행 공유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문서화 자동화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566928" y="34290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요구사항을 검토하고, 우리 프로젝트에 필요한 문서·티켓을 자동으로 만들어 주는 도구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  ·  중간 진행 공유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배경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 — 세 가지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920240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25296" y="186537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불명확한 표현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요구사항에 해석이 갈리거나 추가 정의가 필요한 문장이 섞여 있음 (부서·회사 간 해석 차이)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6928" y="3218688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25296" y="3163824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작업량 과다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요구사항마다 기능·비기능·티켓을 전부 만들어야 해 시간이 너무 많이 듦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4517136"/>
            <a:ext cx="502920" cy="50292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25296" y="4462272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추적 어려움
</a:t>
            </a:r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바뀔 때마다 영향받는 문서를 일일이 확인해야 함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040880" y="1691640"/>
            <a:ext cx="4572000" cy="3840480"/>
          </a:xfrm>
          <a:prstGeom prst="roundRect">
            <a:avLst>
              <a:gd name="adj" fmla="val 2857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6092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그래서, 이 도구는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606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0E7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“수작업을 없앤다”가 아니라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60920" y="310896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틀(템플릿) + 초안으로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방대한 문서 작성을</a:t>
            </a:r>
            <a:endParaRPr lang="en-US" sz="2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덜어 준다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48920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 전에 불명확·상충까지 잡아 재작업을 줄인다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3가지 · 진행상황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103120"/>
            <a:ext cx="685800" cy="6858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8696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8696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불명확한 표현 + 상충되는 요구를 검출하고 명확화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8696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0740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2744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2744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2744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문서·티켓 자동 생성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72744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SWVOC·기능요구사항·상세설계·티켓 초안을 양식대로 생성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2744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47888" y="1783080"/>
            <a:ext cx="3529584" cy="3749040"/>
          </a:xfrm>
          <a:prstGeom prst="roundRect">
            <a:avLst>
              <a:gd name="adj" fmla="val 2332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67928" y="2103120"/>
            <a:ext cx="685800" cy="685800"/>
          </a:xfrm>
          <a:prstGeom prst="ellipse">
            <a:avLst/>
          </a:prstGeom>
          <a:solidFill>
            <a:srgbClr val="EE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567928" y="2971800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67928" y="3246120"/>
            <a:ext cx="2889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추적성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567928" y="3794760"/>
            <a:ext cx="2889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요구사항↔산출물 연결·변경 영향·진행상황 관리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567928" y="498348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흐름:  요구사항 검토  →  문서·티켓 생성  →  추적성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구성 — 백엔드 중심</a:t>
            </a:r>
            <a:endParaRPr lang="en-US" sz="3000" dirty="0"/>
          </a:p>
        </p:txBody>
      </p:sp>
      <p:pic>
        <p:nvPicPr>
          <p:cNvPr id="4" name="Image 0" descr="/home/user/semes-superrookie/docs/img/ppt-arch-back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600200"/>
            <a:ext cx="10241280" cy="36941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532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백엔드가 중심 </a:t>
            </a:r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요구사항·산출물·추적성을 관리하고 AI 판정/생성을 중개한다. (구현 프레임워크는 세부사항)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반출 차단 환경 </a:t>
            </a:r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외부 AI API(GPT·Claude) 불가 → 사내 로컬/사내 API 모델만 사용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검토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987552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D1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완료 · 테스트됨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46304" cy="146304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709928"/>
            <a:ext cx="5212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불명확한 표현 검출
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수치·기준·주체·조건이 빠져 해석이 갈리거나 정의가 필요한 표현을 유형·근거와 함께 검출 (7가지 유형)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66928" y="3063240"/>
            <a:ext cx="146304" cy="146304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9536" y="2944368"/>
            <a:ext cx="5212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상충되는 요구 검출
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요구사항끼리의 모순 탐지 — 예) req1 “우선순위 낮은 순” ↔ req4 “시간 순서” 상반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66928" y="4297680"/>
            <a:ext cx="146304" cy="146304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4178808"/>
            <a:ext cx="5212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명확화 (해석 확정)
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확정 해석 입력·잠금 + 해결 전/후 비교로 무엇이 명확해졌는지 확인</a:t>
            </a:r>
            <a:endParaRPr lang="en-US" sz="1550" dirty="0"/>
          </a:p>
        </p:txBody>
      </p:sp>
      <p:pic>
        <p:nvPicPr>
          <p:cNvPr id="11" name="Image 0" descr="/home/user/semes-superrookie/docs/img/ppt-re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72200" y="1554480"/>
            <a:ext cx="5486400" cy="41148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172200" y="574243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동작 화면 — 요구사항 1건(내용+비고)에서 불명확 지점 검출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문서·티켓 자동 생성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66928" y="1783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하나 = Jira 이슈 4종 (+ 비기능요구사항)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41401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98448" y="230428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티켓 (기능요구사항)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단위가 되는 메인 티켓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310896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323697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312724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(고객요구사항)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요구사항 원문·정리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93192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405993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98448" y="395020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Function Requirement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요구사항 상세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4754880"/>
            <a:ext cx="5486400" cy="713232"/>
          </a:xfrm>
          <a:prstGeom prst="roundRect">
            <a:avLst>
              <a:gd name="adj" fmla="val 769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882896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98448" y="4773168"/>
            <a:ext cx="4617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Detail Design  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상세설계 — 시퀀스 다이어그램 등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537960" y="1783080"/>
            <a:ext cx="507492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81228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생성하나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58000" y="246888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양식(템플릿) 고정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산출물의 필드·구조를 템플릿으로 미리 정의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산출물 유형별 프롬프트 사전 작성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예) Detail Design → 시퀀스 다이어그램 자동 생성</a:t>
            </a:r>
            <a:endParaRPr lang="en-US" sz="13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결과는 항상 “초안”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담당자가 틀 위에서 편집·추가·삭제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다음 장: req-tf-01 하나에서 실제로 도출한 예시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도출 예시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하나 → 기능 · 비기능 요구사항</a:t>
            </a:r>
            <a:endParaRPr lang="en-US" sz="3000" dirty="0"/>
          </a:p>
        </p:txBody>
      </p:sp>
      <p:pic>
        <p:nvPicPr>
          <p:cNvPr id="4" name="Image 0" descr="/home/user/semes-superrookie/docs/img/ppt-deriv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828800"/>
            <a:ext cx="10515600" cy="39273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req-tf-01(신규 태스크 생성) 한 건에서 기능요구사항 6건 · 비기능요구사항 5건을 자동 도출 (AI 초안)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도출 예시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하나 → Jira 티켓 4종</a:t>
            </a:r>
            <a:endParaRPr lang="en-US" sz="3000" dirty="0"/>
          </a:p>
        </p:txBody>
      </p:sp>
      <p:pic>
        <p:nvPicPr>
          <p:cNvPr id="4" name="Image 0" descr="/home/user/semes-superrookie/docs/img/ppt-deriv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" y="1691640"/>
            <a:ext cx="10515600" cy="445312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62636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양식(템플릿)+사전 프롬프트로 4종 이슈 초안 생성 · Detail Design은 시퀀스 다이어그램까지 자동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추적성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173736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예정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87452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16712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27048" y="203911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조회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98848" y="203911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1건에 연결된 기능요구사항·비기능요구사항·티켓을 한눈에 조회 (양방향)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315468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2960" y="344728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27048" y="331927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영향 분석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498848" y="331927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요구사항이 수정되면 영향받는 문서·티켓을 자동으로 표시 → 누락 방지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44348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EEF2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4727448"/>
            <a:ext cx="512064" cy="512064"/>
          </a:xfrm>
          <a:prstGeom prst="ellipse">
            <a:avLst/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27048" y="4599432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진행상황 / 개발완료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498848" y="459943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요구사항·티켓의 상태(작성중·검토·개발중·완료)와 진행률을 한눈에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기존 “DB 변경관리”를 대체 — 컨셉(고객 요구사항 기반 문서화)에 맞춰 재정의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— 두 엔진 비교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워크스테이션(P4000 8GB)에서 직접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8B 모델 · GGUF 양자화 Q5_K_M(≈5.85GB)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자립 · 한국어 강점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27648" y="1783080"/>
            <a:ext cx="5440680" cy="2697480"/>
          </a:xfrm>
          <a:prstGeom prst="roundRect">
            <a:avLst>
              <a:gd name="adj" fmla="val 3390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47688" y="20116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5C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GPT-OSS-120B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93408" y="26060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LLM API 서비스(OpenAI 호환)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훨씬 큰 모델 → 어려운 판단 정확도 유리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서버 의존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709160"/>
            <a:ext cx="11064240" cy="1463040"/>
          </a:xfrm>
          <a:prstGeom prst="roundRect">
            <a:avLst>
              <a:gd name="adj" fmla="val 6250"/>
            </a:avLst>
          </a:prstGeom>
          <a:solidFill>
            <a:srgbClr val="1E1B4B"/>
          </a:solidFill>
          <a:ln/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4892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시간은 둘 다 3~5초로 비슷</a:t>
            </a:r>
            <a:pPr indent="0" marL="0">
              <a:buNone/>
            </a:pPr>
            <a:r>
              <a:rPr lang="en-US" sz="13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→ 속도가 아니라 정확도·자립성으로 선택. 동일 요구사항 세트로 실측 후 확정.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86968" y="5440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양자화란?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사진을 JPG로 압축하듯 용량↓·품질 소폭↓. 8B 원본(≈16GB)은 8GB GPU에 못 올라가 5.85GB로 압축해 사용.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효과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04672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수작업 문서화 공수를 크게 줄인다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2시간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124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약 10초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4124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1건의 문서·티켓 초안 작성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740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172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수동 확인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68172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자동 표시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68172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요구사항 변경 시 영향받는 문서 파악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47888" y="1920240"/>
            <a:ext cx="3529584" cy="3200400"/>
          </a:xfrm>
          <a:prstGeom prst="roundRect">
            <a:avLst>
              <a:gd name="adj" fmla="val 2857"/>
            </a:avLst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22208" y="23317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7D2F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발견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522208" y="29260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착수 전 발견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22208" y="411480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A5B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불명확·상충으로 인한 재작업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목표/예시 수치 — 실측으로 확정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이슈 &amp; 다음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27000" dist="50800" dir="5400000">
              <a:srgbClr val="1E1B4B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해결한 이슈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86968" y="2514600"/>
            <a:ext cx="4709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NPM 빌드 실패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25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프록시 SSL 검사로 npm/빌드가 인증서 오류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596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정적 빌드본을 포함해 npm 없이 실행하도록 해결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783080"/>
            <a:ext cx="5349240" cy="3977640"/>
          </a:xfrm>
          <a:prstGeom prst="roundRect">
            <a:avLst>
              <a:gd name="adj" fmla="val 2299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계획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629400" y="251460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엔진 정확도 실측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로컬 Qwen3-8B vs 사내 GPT-OSS-120B (한국어 검출)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4종 양식 확정 → 템플릿·프롬프트화</a:t>
            </a:r>
            <a:endParaRPr lang="en-US" sz="1350" dirty="0"/>
          </a:p>
          <a:p>
            <a:pPr lvl="1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SWVOC · Function Requirement · Detail Design · 티켓</a:t>
            </a:r>
            <a:endParaRPr lang="en-US" sz="13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2 · 3 개발 (문서 생성 · 추적성)</a:t>
            </a:r>
            <a:endParaRPr lang="en-US" sz="1350" dirty="0"/>
          </a:p>
          <a:p>
            <a:pPr lvl="1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docx 표 파싱으로 요구사항 자동 입력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SEMES</dc:creator>
  <cp:lastModifiedBy>SEMES</cp:lastModifiedBy>
  <cp:revision>1</cp:revision>
  <dcterms:created xsi:type="dcterms:W3CDTF">2026-07-30T00:15:11Z</dcterms:created>
  <dcterms:modified xsi:type="dcterms:W3CDTF">2026-07-30T00:15:11Z</dcterms:modified>
</cp:coreProperties>
</file>