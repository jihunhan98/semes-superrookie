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도출하는 산출물 5종 · 작성 주체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" y="1783080"/>
            <a:ext cx="11521440" cy="43059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AI가 뽑아 주는 건 아니다 — 구조·규칙에서 나오는 건 AI 초안, 배경·판단이 필요한 건 사람이 작성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2026-08-03T02:03:24Z</dcterms:created>
  <dcterms:modified xsi:type="dcterms:W3CDTF">2026-08-03T02:03:24Z</dcterms:modified>
</cp:coreProperties>
</file>