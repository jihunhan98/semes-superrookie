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초벌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대충 메모하면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초벌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사람 초벌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190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사람이 아는 사실을 대충 메모하면, AI가 그 초벌을 근거로 문서 양식에 맞춰 완성한다.</a:t>
            </a:r>
            <a:endParaRPr lang="en-US" sz="1400" dirty="0"/>
          </a:p>
        </p:txBody>
      </p:sp>
      <p:pic>
        <p:nvPicPr>
          <p:cNvPr id="6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31720"/>
            <a:ext cx="11247120" cy="35359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190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완성하면, 사람은 판단이 필요한 값만 수정해 확정한다.</a:t>
            </a:r>
            <a:endParaRPr lang="en-US" sz="1400" dirty="0"/>
          </a:p>
        </p:txBody>
      </p:sp>
      <p:pic>
        <p:nvPicPr>
          <p:cNvPr id="6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31720"/>
            <a:ext cx="11247120" cy="34445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프로젝트를 한눈에 — 요구서에서 개발 착수까지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 접수 → ① 검토·확정 → ② 산출물 도출 → ③ 관리·추적성 → 개발 착수</a:t>
            </a:r>
            <a:endParaRPr lang="en-US" sz="1350" dirty="0"/>
          </a:p>
        </p:txBody>
      </p:sp>
      <p:pic>
        <p:nvPicPr>
          <p:cNvPr id="5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240280"/>
            <a:ext cx="11612880" cy="32881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2026-08-06T23:58:17Z</dcterms:created>
  <dcterms:modified xsi:type="dcterms:W3CDTF">2026-08-06T23:58:17Z</dcterms:modified>
</cp:coreProperties>
</file>