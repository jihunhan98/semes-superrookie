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기능·비기능 요구사항·티켓·상세설계 등 산출물 초안을 자동 도출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변경 영향·진행상황까지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—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기능마다 필요한 Jira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6712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27048" y="20391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조회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2039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1건에 연결된 기능요구사항·비기능요구사항·티켓을 한눈에 조회 (양방향)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33192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영향 분석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98848" y="3319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수정되면 영향받는 문서·티켓을 자동으로 표시 → 누락 방지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2744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7048" y="45994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진행상황 / 개발완료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45994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요구사항·티켓의 상태(작성중·검토·개발중·완료)와 진행률을 한눈에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기존 “DB 변경관리”를 대체 — 컨셉(고객 요구사항 기반 문서화)에 맞춰 재정의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2026-07-30T06:54:26Z</dcterms:created>
  <dcterms:modified xsi:type="dcterms:W3CDTF">2026-07-30T06:54:26Z</dcterms:modified>
</cp:coreProperties>
</file>