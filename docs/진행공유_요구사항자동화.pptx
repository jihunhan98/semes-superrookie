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59536" y="1874520"/>
            <a:ext cx="548640" cy="54864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2704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2704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5953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요구를 LLM이 검출·제안 → 협의·확정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953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6752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6752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70001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요구사항에서 티켓·문서 초안을 자동 도출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0001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645920"/>
            <a:ext cx="3529584" cy="2487168"/>
          </a:xfrm>
          <a:prstGeom prst="roundRect">
            <a:avLst>
              <a:gd name="adj" fmla="val 330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40496" y="1874520"/>
            <a:ext cx="548640" cy="54864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08008" y="1938528"/>
            <a:ext cx="2340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08008" y="2176272"/>
            <a:ext cx="2386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관리 (추적성)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540496" y="2651760"/>
            <a:ext cx="2944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 관리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540496" y="36118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4370832"/>
            <a:ext cx="11064240" cy="1783080"/>
          </a:xfrm>
          <a:prstGeom prst="roundRect">
            <a:avLst>
              <a:gd name="adj" fmla="val 5641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806440" y="4709160"/>
            <a:ext cx="0" cy="1097280"/>
          </a:xfrm>
          <a:prstGeom prst="line">
            <a:avLst/>
          </a:prstGeom>
          <a:noFill/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8408" y="4956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효율성이 크게 올라갑니다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78408" y="5468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검토부터 산출물 작성까지 한 흐름으로 자동화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6480" y="45902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 소요시간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35040" y="4983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841248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9006840" y="49377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 이내</a:t>
            </a:r>
            <a:endParaRPr lang="en-US" sz="3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→ AI 제안 → 수정·확정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3887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검출된 항목마다 AI 제안을 보고, 그 제안을 반영해 본문을 직접 수정·확정한다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도출 — 요구사항 → 개발 이슈 N개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도출 </a:t>
            </a:r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확정 요구사항 1개에서 개발 이슈(티켓) N개를 도출하고, 개발 이슈마다 SWVOC·기능/비기능 요구사항·Detail Design을 각각 자동 생성한다.</a:t>
            </a:r>
            <a:endParaRPr lang="en-US" sz="1450" dirty="0"/>
          </a:p>
        </p:txBody>
      </p:sp>
      <p:pic>
        <p:nvPicPr>
          <p:cNvPr id="6" name="Image 0" descr="/home/user/semes-superrookie/docs/img/ppt-deriv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514600"/>
            <a:ext cx="11612880" cy="3055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커버리지 — AI가 어디까지 만드나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64240" cy="932688"/>
          </a:xfrm>
          <a:prstGeom prst="roundRect">
            <a:avLst>
              <a:gd name="adj" fmla="val 8824"/>
            </a:avLst>
          </a:prstGeom>
          <a:solidFill>
            <a:srgbClr val="F8FA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13990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산출물의 세부 항목은 최종적으로 AI가 완성한다.</a:t>
            </a:r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다만 협업 방식이 2가지 — 다음 장에서 예시로 설명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86968" y="1700784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4338C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초안 → 사람 확정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고객 요구서만으로 채울 수 있는 항목 — AI가 초안, 사람은 판단 필요한 값만 수정 후 확정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86968" y="1965960"/>
            <a:ext cx="10424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 </a:t>
            </a:r>
            <a:pPr indent="0" marL="0">
              <a:buNone/>
            </a:pPr>
            <a:r>
              <a:rPr lang="en-US" sz="1150" b="1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초안 → AI 완성</a:t>
            </a:r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AI가 모르는 현재 시스템 상태(as-is)가 필요한 항목 — 사람이 핵심만 간결히 적으면 AI가 양식에 맞춰 완성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492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산출물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세부 항목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협업 방식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B4B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SWVOC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요청 원문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요청자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요청 부서·담당·대상 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 요구를 양식에 맞춰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특이사항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제약·주의·이력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개발 이슈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티켓 · Issue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현상기록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현재 동작·문제 상황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개선요청사항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고객이 원하는 변경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변경범위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영향 모듈·기능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요구에 명시된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변경 전·후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변경점 설계 (as-is는 사람, to-be는 AI)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Function Requirement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역할(시스템 내 책임)·목적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기본·변형·예외 유형마다 선행·후행·시나리오 (총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성능·환경·인터페이스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비기능 요구사항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Non-functional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속성(성능·신뢰성·가용성)의 역할·목적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정의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품질 항목마다 선행·후행·시나리오 (기능과 동일 9행)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제약사항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측정 기준·목표치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96596">
                <a:tc row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Detail Design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A5AEC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상세설계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기능 개요·구현 방향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4338C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AI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 Diagram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클래스 구조·관계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6596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Sequence Diagram (as-is·to-be)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 처리 흐름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2410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직접 초안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직접 초안 → AI 완성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모르는 “현재 시스템 상태”가 필요한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사람은 아는 사실을 간결·명료하게 적고, AI가 그 초안을 문서 양식에 맞춰 상세하게 완성한다. (예: 개발 이슈)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139696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직접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139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139696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상세화·완성</a:t>
            </a:r>
            <a:endParaRPr lang="en-US" sz="1500" dirty="0"/>
          </a:p>
        </p:txBody>
      </p:sp>
      <p:pic>
        <p:nvPicPr>
          <p:cNvPr id="9" name="Image 0" descr="/home/user/semes-superrookie/docs/img/ppt-collab-hu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724912"/>
            <a:ext cx="11247120" cy="36420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협업 방식 · AI 초안 → 사람 확정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요구서만으로 채울 수 있는 항목</a:t>
            </a:r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AI가 요구사항 기반으로 초안을 만들면, 사람은 판단이 필요한 값만 수정·보강해 확정한다. (예: 기능 요구사항 — Task Step 변경 기능)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2267712"/>
            <a:ext cx="438912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D28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초안 작성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40680" y="226771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309360" y="2267712"/>
            <a:ext cx="4572000" cy="457200"/>
          </a:xfrm>
          <a:prstGeom prst="roundRect">
            <a:avLst>
              <a:gd name="adj" fmla="val 20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검토·확정</a:t>
            </a:r>
            <a:endParaRPr lang="en-US" sz="1500" dirty="0"/>
          </a:p>
        </p:txBody>
      </p:sp>
      <p:pic>
        <p:nvPicPr>
          <p:cNvPr id="9" name="Image 0" descr="/home/user/semes-superrookie/docs/img/ppt-collab-a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852928"/>
            <a:ext cx="11247120" cy="326715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산출물 도출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5종 구조 한눈에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pic>
        <p:nvPicPr>
          <p:cNvPr id="5" name="Image 0" descr="/home/user/semes-superrookie/docs/img/ppt-derive-str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057400"/>
            <a:ext cx="11795760" cy="334121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요구사항의 “동작 정의”(기본·변형·예외 × 선행·후행·시나리오, 9행)가 AI 도출의 핵심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관리 (추적성)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627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연결 관리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 하나에 어떤 산출물(티켓·SWVOC·Function Requirement·Detail Design)이 물려 있는지 한눈에 (양방향 조회)</a:t>
            </a:r>
            <a:endParaRPr lang="en-US" sz="1400" dirty="0"/>
          </a:p>
        </p:txBody>
      </p:sp>
      <p:pic>
        <p:nvPicPr>
          <p:cNvPr id="6" name="Image 0" descr="/home/user/semes-superrookie/docs/img/ppt-trac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468880"/>
            <a:ext cx="11430000" cy="298825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 ↔ 기능별 티켓 3개, 각 티켓 아래 산출물 3종을 실제 Jira ID로 연결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 · 산출물 관리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(변경 영향 분석)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변경 추적 </a:t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요구사항을 수정하면, 그 문장을 근거로 만든 산출물을 자동으로 찾아 알림</a:t>
            </a:r>
            <a:endParaRPr lang="en-US" sz="1400" dirty="0"/>
          </a:p>
        </p:txBody>
      </p:sp>
      <p:pic>
        <p:nvPicPr>
          <p:cNvPr id="6" name="Image 0" descr="/home/user/semes-superrookie/docs/img/ppt-trace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" y="1737360"/>
            <a:ext cx="10058400" cy="2779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4535424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 저장 시 자동 추적</a:t>
            </a:r>
            <a:endParaRPr lang="en-US" sz="1300" dirty="0"/>
          </a:p>
        </p:txBody>
      </p:sp>
      <p:pic>
        <p:nvPicPr>
          <p:cNvPr id="8" name="Image 1" descr="/home/user/semes-superrookie/docs/img/ppt-trac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4882896"/>
            <a:ext cx="10058400" cy="155905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로드맵 · 마일스톤 (8 ~ 11월)</a:t>
            </a:r>
            <a:endParaRPr lang="en-US" sz="3000" dirty="0"/>
          </a:p>
        </p:txBody>
      </p:sp>
      <p:pic>
        <p:nvPicPr>
          <p:cNvPr id="4" name="Image 0" descr="/home/user/semes-superrookie/docs/img/ppt-road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" y="2148840"/>
            <a:ext cx="11795760" cy="3289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공식일정(◆ 8/10 계획 · 9/29 중간보고 · 11월 말 최종보고) 사이사이에 개발을 2단계씩, 총 4단계로 진행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3시간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5분 이내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하나의 기능에 대한 산출물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프로젝트를 한눈에 — 요구서에서 개발 착수까지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요구서 접수 → ① 검토·확정 → ② 산출물 도출 → ③ 관리·추적성 → 개발 착수</a:t>
            </a:r>
            <a:endParaRPr lang="en-US" sz="1350" dirty="0"/>
          </a:p>
        </p:txBody>
      </p:sp>
      <p:pic>
        <p:nvPicPr>
          <p:cNvPr id="5" name="Image 0" descr="/home/user/semes-superrookie/docs/img/ppt-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8036" y="2240280"/>
            <a:ext cx="11612880" cy="32881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2026-08-07T01:01:49Z</dcterms:created>
  <dcterms:modified xsi:type="dcterms:W3CDTF">2026-08-07T01:01:49Z</dcterms:modified>
</cp:coreProperties>
</file>