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49240"/>
            <a:ext cx="12191695" cy="54864"/>
          </a:xfrm>
          <a:prstGeom prst="rect">
            <a:avLst/>
          </a:prstGeom>
          <a:solidFill>
            <a:srgbClr val="C67F1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SuperRookie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 자동화 시스템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공유 (중간)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검출·해결 데모까지 구현 / 테스트 완료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일부 이슈(문서보안 docx 등) 공유 및 해결방향 논의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0" y="5943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E9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발표자 / 날짜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만드나 — 핵심 기능 3가지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고객(삼성전자) 요구사항 명세서에 모호한 표현이 많아 부서마다 해석이 갈린다. 이를 자동화로 잡아준다.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2286000"/>
            <a:ext cx="640080" cy="640080"/>
          </a:xfrm>
          <a:prstGeom prst="ellipse">
            <a:avLst/>
          </a:prstGeom>
          <a:solidFill>
            <a:srgbClr val="C67F1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64208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해결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86968" y="32461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명세서에서 모호한 조항을 유형별로 검출하고, 합의를 거쳐 해석을 확정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34256" y="196596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28600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54296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31536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도출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54296" y="32461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요구사항을 개발 단위 '기능'으로 분해 → UI·APP 기능명세로 파생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101584" y="196596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21624" y="2286000"/>
            <a:ext cx="640080" cy="640080"/>
          </a:xfrm>
          <a:prstGeom prst="ellipse">
            <a:avLst/>
          </a:prstGeom>
          <a:solidFill>
            <a:srgbClr val="2A8A57"/>
          </a:solidFill>
          <a:ln/>
        </p:spPr>
      </p:sp>
      <p:sp>
        <p:nvSpPr>
          <p:cNvPr id="18" name="Text 16"/>
          <p:cNvSpPr/>
          <p:nvPr/>
        </p:nvSpPr>
        <p:spPr>
          <a:xfrm>
            <a:off x="8421624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98864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변경 관리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421624" y="32461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스키마 변경을 감지·알림하고, 클릭으로 개인 스키마에 동기화(pull)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공유: ① 모호성 해결은 구현·테스트 완료, ②·③은 설계 단계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900" dirty="0"/>
          </a:p>
        </p:txBody>
      </p:sp>
      <p:pic>
        <p:nvPicPr>
          <p:cNvPr id="5" name="Image 0" descr="/home/user/semes-superrookie/docs/img/design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84426"/>
            <a:ext cx="11292840" cy="32720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구성요소는 사내 폐쇄망 안에서 동작 · AI 추론 상세는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추론 — 2가지 (비교)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54406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72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Qwen3-8B  (주력)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오픈소스 LLM, Ollama로 로컬 서빙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워크스테이션 GPU(P4000 8GB)에서 구동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다운받아 바로 사용 · 반출 없음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9632" y="1371600"/>
            <a:ext cx="5440680" cy="2697480"/>
          </a:xfrm>
          <a:prstGeom prst="roundRect">
            <a:avLst>
              <a:gd name="adj" fmla="val 2712"/>
            </a:avLst>
          </a:prstGeom>
          <a:solidFill>
            <a:srgbClr val="FDF7EE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1572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사내 playground  (비교용)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AI를 API로 호출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서비스라 반출 문제 없음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Qwen3-8B와 정확도·속도 비교 목적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4251960"/>
            <a:ext cx="7406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방법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800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학습(파인튜닝) 없이 프롬프트 기반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프롬프트에 도메인 용어집(AMR·LOAD·UNLOAD 등) + '이렇게 쓰라' 재작성 예시 반영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4251960"/>
            <a:ext cx="3493008" cy="1965960"/>
          </a:xfrm>
          <a:prstGeom prst="roundRect">
            <a:avLst>
              <a:gd name="adj" fmla="val 3721"/>
            </a:avLst>
          </a:prstGeom>
          <a:solidFill>
            <a:srgbClr val="1B2A4A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4434840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시간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754880"/>
            <a:ext cx="34930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2~3초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138160" y="5623560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기능(조항) 1건당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① · 프로세스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해결 — docx 업로드부터 해결까지 (하나의 프로세스)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900" dirty="0"/>
          </a:p>
        </p:txBody>
      </p:sp>
      <p:pic>
        <p:nvPicPr>
          <p:cNvPr id="5" name="Image 0" descr="/home/user/semes-superrookie/docs/img/design-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3597" y="1280160"/>
            <a:ext cx="9420045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docx 업로드·파싱  →  ② 조항별 모호성 검출(유형·근거·재작성 예시)  →  ③ 해결(해석 입력)/넘어가기  →  ④ 해결 전·후 비교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① · 구현/테스트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이렇게 구현·테스트했다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900" dirty="0"/>
          </a:p>
        </p:txBody>
      </p:sp>
      <p:pic>
        <p:nvPicPr>
          <p:cNvPr id="5" name="Image 0" descr="/home/user/semes-superrookie/docs/img/demo-ambiguity-re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769" y="1280160"/>
            <a:ext cx="4040541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508760"/>
            <a:ext cx="6217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업로드 → 문단·표 파싱 (같은 프로세스의 앞단)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조항별로 모호 유형·근거·재작성 예시 표시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해결하기(해석 입력) / 넘어가기 선택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시 '해결 전 / 후' 비교로 전환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React + FastAPI + 로컬 LLM으로 실제 동작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4892040"/>
            <a:ext cx="2651760" cy="475488"/>
          </a:xfrm>
          <a:prstGeom prst="roundRect">
            <a:avLst>
              <a:gd name="adj" fmla="val 19231"/>
            </a:avLst>
          </a:prstGeom>
          <a:solidFill>
            <a:srgbClr val="DDF0E4"/>
          </a:solidFill>
          <a:ln w="12700">
            <a:solidFill>
              <a:srgbClr val="2A8A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4892040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✔  테스트 완료</a:t>
            </a:r>
            <a:endParaRPr lang="en-US" sz="1400" dirty="0"/>
          </a:p>
        </p:txBody>
      </p:sp>
      <p:pic>
        <p:nvPicPr>
          <p:cNvPr id="9" name="Image 1" descr="/home/user/semes-superrookie/docs/img/demo-docx-up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4406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37360" y="5715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업로드·파싱 화면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② ·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도출 — 하나의 기능 → UI·APP 명세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900" dirty="0"/>
          </a:p>
        </p:txBody>
      </p:sp>
      <p:pic>
        <p:nvPicPr>
          <p:cNvPr id="5" name="Image 0" descr="/home/user/semes-superrookie/docs/img/design-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481" y="1234440"/>
            <a:ext cx="10078278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 → 개발 단위 '기능(FEAT)'으로 분해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UI / APP(backend) 구분 → 하나의 기능에서 여러 UI·APP 기능명세 파생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APP은 8개 모듈별로 관리(NATS 메시지), 상세에서 통신방식·subject·입출력 편집 가능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③ ·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변경 관리 — 최종 → 개인 스키마 동기화(pull)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스키마(개발·테스트) vs 최종 스키마(고객 배포 기준) — 모두 최종에 맞춰야 함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최종이 바뀌면 변경점 감지·알림 → 클릭 한 번으로 내 스키마에 pull (git 모델)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추가(컬럼·행)는 즉시 안전 적용 / 삭제·타입변경은 확인 후 적용 (데이터 손실 방지)</a:t>
            </a:r>
            <a:endParaRPr lang="en-US" sz="1500" dirty="0"/>
          </a:p>
        </p:txBody>
      </p:sp>
      <p:pic>
        <p:nvPicPr>
          <p:cNvPr id="6" name="Image 0" descr="/home/user/semes-superrookie/docs/img/design-fig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99381"/>
            <a:ext cx="10927080" cy="3208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FRONTEND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프론트엔드 — React 선택 이유 &amp; 이슈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45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4937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컴포넌트 기반 → 화면 재사용·유지보수 쉬움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상태관리로 검출·해결 상태 즉시 반영 (인터랙티브)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표준·생태계 넓음, 설계서 기술스택과 일치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30952" cy="4114800"/>
          </a:xfrm>
          <a:prstGeom prst="roundRect">
            <a:avLst>
              <a:gd name="adj" fmla="val 1778"/>
            </a:avLst>
          </a:prstGeom>
          <a:solidFill>
            <a:srgbClr val="FDF4E7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(고민)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219456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빌드에 필요한 npm install이 사내 프록시 인증서로 막힘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UNABLE_TO_VERIFY_LEAF_SIGNATURE )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보안이라 함부로 설정 변경도 어려움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대응: 미리 빌드한 결과물(dist)만 넣어 실행 → npm 없이 구동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ISSUE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발견된 이슈 &amp; 해결 방향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BEDEC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5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 실제 명세서 docx 파싱 실패  —  "file is not a zip file"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3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추정: 문서보안(DRM)·암호 또는 한글(hwp)·구버전(.doc) → raw 파일이 zip 아님 (Word에선 열려도)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해결방향: 실제 파일 시그니처 확인 중 / 보안 해제 사본 테스트 / hwp면 hwp 파싱 지원 검토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34290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과검출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41148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사소한 표현까지 잡는 경향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도메인 지식·기준 프롬프트 정교화로 완화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99632" y="34290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1148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docx(→hwp) 입력 문제 해결 우선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도출·DB 동기화·백엔드 확장 구현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46120"/>
            <a:ext cx="12191695" cy="45720"/>
          </a:xfrm>
          <a:prstGeom prst="rect">
            <a:avLst/>
          </a:prstGeom>
          <a:solidFill>
            <a:srgbClr val="C67F1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검출·해결 데모까지 구현 완료,</a:t>
            </a:r>
            <a:endParaRPr lang="en-US" sz="2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문서보안 이슈만 풀면 실제 명세서 투입 가능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515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구현·테스트: 모호성 해결 웹 데모 (docx 업로드 → 검출 → 해결)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설계: 기능 도출(UI·APP 명세), DB 스키마 동기화(pull)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이슈: 실제 docx(DRM/hwp) 파싱 — 해결 방향 논의 필요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 · Q&amp;A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2026-07-27T00:14:25Z</dcterms:created>
  <dcterms:modified xsi:type="dcterms:W3CDTF">2026-07-27T00:14:25Z</dcterms:modified>
</cp:coreProperties>
</file>