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 → 도출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45920"/>
            <a:ext cx="10789920" cy="40891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요구사항과 상세를 LLM이 초안으로 제안 → 개발자가 직접 편집·확정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2026-07-30T05:51:43Z</dcterms:created>
  <dcterms:modified xsi:type="dcterms:W3CDTF">2026-07-30T05:51:43Z</dcterms:modified>
</cp:coreProperties>
</file>