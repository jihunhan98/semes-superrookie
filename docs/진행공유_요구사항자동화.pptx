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 — 백엔드 중심</a:t>
            </a:r>
            <a:endParaRPr lang="en-US" sz="3000" dirty="0"/>
          </a:p>
        </p:txBody>
      </p:sp>
      <p:pic>
        <p:nvPicPr>
          <p:cNvPr id="4" name="Image 0" descr="/home/user/semes-superrookie/docs/img/ppt-arch-bac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00200"/>
            <a:ext cx="10241280" cy="3694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백엔드가 중심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요구사항·산출물·추적성을 관리하고 AI 판정/생성을 중개한다. (구현 프레임워크는 세부사항)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반출 차단 환경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외부 AI API(GPT·Claude) 불가 → 사내 로컬/사내 API 모델만 사용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992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LLM이 검출 · 제안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고객사↔세메스 해석이 갈리거나 정의가 필요한 표현(7유형)과 상충되는 요구를 검출하고, 올바른 방향을 제안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306324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94436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협의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 제안을 근거로 고객사에 제안·협의 — 예) req1 “우선순위 낮은 순” ↔ req4 “시간 순서” 상충 해소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66928" y="429768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417880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→ 관리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명확해진 해석을 입력해 확정·잠금하고 요구사항을 관리 (해결 전/후 비교로 확인)</a:t>
            </a:r>
            <a:endParaRPr lang="en-US" sz="1550" dirty="0"/>
          </a:p>
        </p:txBody>
      </p:sp>
      <p:pic>
        <p:nvPicPr>
          <p:cNvPr id="11" name="Image 0" descr="/home/user/semes-superrookie/docs/img/ppt-re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554480"/>
            <a:ext cx="54864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72200" y="57424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동작 화면 — 요구사항 1건(내용+비고)에서 불명확 지점 검출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28800"/>
            <a:ext cx="10515600" cy="39273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req-tf-01(신규 태스크 생성) 한 건에서 기능요구사항 6건 · 비기능요구사항 5건을 자동 도출 (AI 초안)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2026-07-30T00:35:03Z</dcterms:created>
  <dcterms:modified xsi:type="dcterms:W3CDTF">2026-07-30T00:35:03Z</dcterms:modified>
</cp:coreProperties>
</file>