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도출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148840"/>
            <a:ext cx="11430000" cy="35277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req-ta-01「태스크 할당 기준」에서 기능요구사항·비기능요구사항을 자동 도출하고, 각 항목의 상세까지 채운다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2026-07-30T02:03:08Z</dcterms:created>
  <dcterms:modified xsi:type="dcterms:W3CDTF">2026-07-30T02:03:08Z</dcterms:modified>
</cp:coreProperties>
</file>