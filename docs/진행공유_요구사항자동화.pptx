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요구사항 하나에서, 개발에 필요한 산출물들을 자동으로 도출한다.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EF2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8529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10128"/>
            <a:ext cx="155448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7D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req-ta-01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3767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태스크 할당 기준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3246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도출 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2148840"/>
            <a:ext cx="6812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214884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고객요구사항 원문·정리 (요구사항당)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378440" y="2295144"/>
            <a:ext cx="960120" cy="36576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2898648"/>
            <a:ext cx="6812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289864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비기능요구사항 (NFR)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성능·신뢰성·추적성 (요구사항당)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378440" y="3044952"/>
            <a:ext cx="960120" cy="36576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00600" y="3648456"/>
            <a:ext cx="6812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0" y="364845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기능요구사항 (Function Req.)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기능별 명세 (기능당)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378440" y="3794760"/>
            <a:ext cx="960120" cy="36576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×5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4398264"/>
            <a:ext cx="6812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0" y="4398264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기능별 개발 작업 (기능당)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78440" y="4544568"/>
            <a:ext cx="960120" cy="36576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00600" y="5148072"/>
            <a:ext cx="6812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0" y="514807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기능별 상세설계·시퀀스 (기능당)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378440" y="5294376"/>
            <a:ext cx="960120" cy="36576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1개 → 약 19개 산출물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을 AI가 초안으로 자동 생성 → 담당자가 편집·확정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도출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45920"/>
            <a:ext cx="10789920" cy="40891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요구사항과 상세를 LLM이 초안으로 제안 → 개발자가 직접 편집·확정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2026-07-30T06:42:07Z</dcterms:created>
  <dcterms:modified xsi:type="dcterms:W3CDTF">2026-07-30T06:42:07Z</dcterms:modified>
</cp:coreProperties>
</file>