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요구사항과 SWVOC·상세설계·티켓 등 초안을 자동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영향 범위·진행상황까지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하나 = Jira 이슈 4종 (+ 비기능요구사항)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1401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230428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 (기능요구사항)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단위가 되는 메인 티켓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23697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(고객요구사항)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원문·정리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395020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Requirement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상세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75488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88289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77316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Detail Design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— 시퀀스 다이어그램 등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37960" y="17830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생성하나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24688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 고정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산출물의 필드·구조를 템플릿으로 미리 정의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유형별 프롬프트 사전 작성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Detail Design → 시퀀스 다이어그램 자동 생성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결과는 항상 “초안”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틀 위에서 편집·추가·삭제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다음 장: req-tf-01 하나에서 실제로 도출한 예시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 → 도출 → 기능 · 비기능 요구사항</a:t>
            </a:r>
            <a:endParaRPr lang="en-US" sz="3000" dirty="0"/>
          </a:p>
        </p:txBody>
      </p:sp>
      <p:pic>
        <p:nvPicPr>
          <p:cNvPr id="4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645920"/>
            <a:ext cx="10789920" cy="40891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요구사항과 상세를 LLM이 초안으로 제안 → 개발자가 직접 편집·확정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양식(템플릿)+사전 프롬프트로 4종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2026-07-30T05:48:21Z</dcterms:created>
  <dcterms:modified xsi:type="dcterms:W3CDTF">2026-07-30T05:48:21Z</dcterms:modified>
</cp:coreProperties>
</file>