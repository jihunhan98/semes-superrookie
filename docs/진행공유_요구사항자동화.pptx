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항목별로 누가 쓰나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이 항목을 「지금 받은 고객 요구서 + 정해진 문서 양식」만으로 채울 수 있는가?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→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요구를 요약·정형화·명세로 “옮기는” 일 — 입력이 다 주어져 있어 AI가 잘함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아니오 →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우리 시스템의 현재 상태(as-is)를 알아야 하거나 설계·예외 판단이 필요 — AI가 알 수 없는 정보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 주체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201168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유형마다 선행·후행·시나리오 (총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2026-08-04T06:50:51Z</dcterms:created>
  <dcterms:modified xsi:type="dcterms:W3CDTF">2026-08-04T06:50:51Z</dcterms:modified>
</cp:coreProperties>
</file>