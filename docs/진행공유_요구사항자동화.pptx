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1737360"/>
            <a:ext cx="11430000" cy="44458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103120"/>
            <a:ext cx="11430000" cy="31601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req-ta-01「태스크 할당 기준」을 검출·제안·협의로 명확화한 결과 — 이전 요구사항과 비교·보관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28800"/>
            <a:ext cx="10515600" cy="39273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req-tf-01(신규 태스크 생성) 한 건에서 기능요구사항 6건 · 비기능요구사항 5건을 자동 도출 (AI 초안)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2026-07-30T01:33:22Z</dcterms:created>
  <dcterms:modified xsi:type="dcterms:W3CDTF">2026-07-30T01:33:22Z</dcterms:modified>
</cp:coreProperties>
</file>