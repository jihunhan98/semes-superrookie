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요구사항과 산출물을 연결해 두고, 요구사항이 바뀌면 영향받는 산출물과 진행상황을 자동으로 보여준다.</a:t>
            </a:r>
            <a:endParaRPr lang="en-US" sz="1500" dirty="0"/>
          </a:p>
        </p:txBody>
      </p:sp>
      <p:pic>
        <p:nvPicPr>
          <p:cNvPr id="6" name="Image 0" descr="/home/user/semes-superrookie/docs/img/ppt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286000"/>
            <a:ext cx="10744200" cy="43214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2026-07-30T07:28:19Z</dcterms:created>
  <dcterms:modified xsi:type="dcterms:W3CDTF">2026-07-30T07:28:19Z</dcterms:modified>
</cp:coreProperties>
</file>