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개요와 지금까지의 진행 상황을 파트원과 공유하기 위한 중간 보고입니다.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SEMES · VCS   |   파트 진행 공유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요구사항 문서화 자동화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3429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요구사항을 검토하고, 우리 프로젝트에 필요한 문서·티켓을 자동으로 만들어 주는 도구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  ·  중간 진행 공유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 — 세 가지 문제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25296" y="186537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요구사항의 불명확한 표현
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명세서에 고객사와 세메스가 다르게 해석하거나, 추가 정의가 필요한 문장이 많다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3218688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5296" y="316382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작업량 과다
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요구사항마다 기능·비기능 요구사항과 Jira 이슈를 개발자가 일일이 작성 → 공수가 크게 든다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4517136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5296" y="446227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추적 어려움
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요구사항이 변경될 때마다 영향받는 기능·문서를 일일이 찾아 확인·수정해야 한다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040880" y="1691640"/>
            <a:ext cx="4572000" cy="3840480"/>
          </a:xfrm>
          <a:prstGeom prst="roundRect">
            <a:avLst>
              <a:gd name="adj" fmla="val 2857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그래서, 이 도구는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0E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“수작업을 없앤다”가 아니라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60920" y="31089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틀(템플릿) + 초안으로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방대한 문서 작성을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덜어 준다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0920" y="4892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전에 불명확·상충까지 잡아 재작업을 줄인다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3가지 · 진행상황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9584" cy="37490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10312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86968" y="29718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32461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검토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379476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불명확·상충되는 요구를 LLM이 검출·제안하고, 개발자가 고객과 협의해 확정·관리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498348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· 테스트됨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1783080"/>
            <a:ext cx="3529584" cy="37490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2103120"/>
            <a:ext cx="685800" cy="685800"/>
          </a:xfrm>
          <a:prstGeom prst="ellipse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27448" y="29718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7448" y="32461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문서·티켓 자동 생성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27448" y="379476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기능·비기능 요구사항과 SWVOC·상세설계·티켓 등 초안을 자동 생성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27448" y="498348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예정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47888" y="1783080"/>
            <a:ext cx="3529584" cy="374904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67928" y="2103120"/>
            <a:ext cx="685800" cy="685800"/>
          </a:xfrm>
          <a:prstGeom prst="ellipse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67928" y="29718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67928" y="32461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추적성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67928" y="379476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요구사항별 연결 산출물을 한눈에 — 영향 범위·진행상황까지 관리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67928" y="498348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예정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흐름:  요구사항 검토  →  문서·티켓 생성  →  추적성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폐쇄망 안 3계층 + 데이터베이스</a:t>
            </a:r>
            <a:endParaRPr lang="en-US" sz="3000" dirty="0"/>
          </a:p>
        </p:txBody>
      </p:sp>
      <p:pic>
        <p:nvPicPr>
          <p:cNvPr id="4" name="Image 0" descr="/home/user/semes-superrookie/docs/img/ppt-arc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876" y="1691640"/>
            <a:ext cx="7315200" cy="4220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1 · 요구사항 검토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불명확·상충 검출 &amp; AI 제안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75520" y="82296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· 테스트됨</a:t>
            </a:r>
            <a:endParaRPr lang="en-US" sz="1100" dirty="0"/>
          </a:p>
        </p:txBody>
      </p:sp>
      <p:pic>
        <p:nvPicPr>
          <p:cNvPr id="5" name="Image 0" descr="/home/user/semes-superrookie/docs/img/ppt-revie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737360"/>
            <a:ext cx="10972800" cy="4056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무엇이·왜 문제인지 검출하고, “이렇게 쓰면 명확”을 제안한다 (불명확한 표현 + 상충되는 요구)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1 · 요구사항 검토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→ 협의 → 확정 (Before / After)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75520" y="82296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· 테스트됨</a:t>
            </a:r>
            <a:endParaRPr lang="en-US" sz="1100" dirty="0"/>
          </a:p>
        </p:txBody>
      </p:sp>
      <p:pic>
        <p:nvPicPr>
          <p:cNvPr id="5" name="Image 0" descr="/home/user/semes-superrookie/docs/img/ppt-review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737360"/>
            <a:ext cx="10972800" cy="3981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개발자가 AI 제안을 근거로 고객사와 협의·확정하고, 이전 요구사항과 비교해 관리한다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1 · 요구사항 검토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예시 — 검출 &amp; AI 제안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75520" y="82296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· 테스트됨</a:t>
            </a:r>
            <a:endParaRPr lang="en-US" sz="1100" dirty="0"/>
          </a:p>
        </p:txBody>
      </p:sp>
      <p:pic>
        <p:nvPicPr>
          <p:cNvPr id="5" name="Image 0" descr="/home/user/semes-superrookie/docs/img/ppt-review-real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" y="1737360"/>
            <a:ext cx="11430000" cy="44458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1 · 요구사항 검토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예시 — Before /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875520" y="82296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D1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· 테스트됨</a:t>
            </a:r>
            <a:endParaRPr lang="en-US" sz="1100" dirty="0"/>
          </a:p>
        </p:txBody>
      </p:sp>
      <p:pic>
        <p:nvPicPr>
          <p:cNvPr id="5" name="Image 0" descr="/home/user/semes-superrookie/docs/img/ppt-review-real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" y="2103120"/>
            <a:ext cx="11430000" cy="31601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req-ta-01「태스크 할당 기준」을 검출·제안·협의로 명확화한 결과 — 이전 요구사항과 비교·보관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문서·티켓 자동 생성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24160" y="82296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예정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하나 = Jira 이슈 4종 (+ 비기능요구사항)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14016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2304288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 (기능요구사항) 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단위가 되는 메인 티켓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236976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SWVOC (고객요구사항) 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요구사항 원문·정리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59936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3950208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Requirement 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 상세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75488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882896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4773168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 Design 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 — 시퀀스 다이어그램 등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37960" y="178308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생성하나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68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양식(템플릿) 고정</a:t>
            </a:r>
            <a:endParaRPr lang="en-US" sz="135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산출물의 필드·구조를 템플릿으로 미리 정의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유형별 프롬프트 사전 작성</a:t>
            </a:r>
            <a:endParaRPr lang="en-US" sz="135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Detail Design → 시퀀스 다이어그램 자동 생성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결과는 항상 “초안”</a:t>
            </a:r>
            <a:endParaRPr lang="en-US" sz="135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틀 위에서 편집·추가·삭제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다음 장: req-tf-01 하나에서 실제로 도출한 예시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2 · 도출 예시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하나 → 기능 · 비기능 요구사항</a:t>
            </a:r>
            <a:endParaRPr lang="en-US" sz="3000" dirty="0"/>
          </a:p>
        </p:txBody>
      </p:sp>
      <p:pic>
        <p:nvPicPr>
          <p:cNvPr id="4" name="Image 0" descr="/home/user/semes-superrookie/docs/img/ppt-deriv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828800"/>
            <a:ext cx="10515600" cy="39273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req-tf-01(신규 태스크 생성) 한 건에서 기능요구사항 6건 · 비기능요구사항 5건을 자동 도출 (AI 초안)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2 · 도출 예시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하나 → Jira 티켓 4종</a:t>
            </a:r>
            <a:endParaRPr lang="en-US" sz="3000" dirty="0"/>
          </a:p>
        </p:txBody>
      </p:sp>
      <p:pic>
        <p:nvPicPr>
          <p:cNvPr id="4" name="Image 0" descr="/home/user/semes-superrookie/docs/img/ppt-deriv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691640"/>
            <a:ext cx="10515600" cy="4453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양식(템플릿)+사전 프롬프트로 4종 이슈 초안 생성 · Detail Design은 시퀀스 다이어그램까지 자동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추적성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24160" y="82296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예정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67128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20391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조회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98848" y="203911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1건에 연결된 기능요구사항·비기능요구사항·티켓을 한눈에 조회 (양방향)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154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447288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27048" y="33192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영향 분석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98848" y="331927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요구사항이 수정되면 영향받는 문서·티켓을 자동으로 표시 → 누락 방지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727448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27048" y="45994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진행상황 / 개발완료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98848" y="45994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요구사항·티켓의 상태(작성중·검토·개발중·완료)와 진행률을 한눈에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기존 “DB 변경관리”를 대체 — 컨셉(고객 요구사항 기반 문서화)에 맞춰 재정의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— 두 엔진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2697480"/>
          </a:xfrm>
          <a:prstGeom prst="roundRect">
            <a:avLst>
              <a:gd name="adj" fmla="val 339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Qwen3-8B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6060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워크스테이션(P4000 8GB)에서 직접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8B 모델 · GGUF 양자화 Q5_K_M(≈5.85GB)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자립 · 한국어 강점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7648" y="1783080"/>
            <a:ext cx="5440680" cy="2697480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7688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GPT-OSS-120B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93408" y="26060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LLM API 서비스(OpenAI 호환)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훨씬 큰 모델 → 어려운 판단 정확도 유리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 서버 의존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시간은 둘 다 3~5초로 비슷</a:t>
            </a:r>
            <a:pPr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속도가 아니라 정확도·자립성으로 선택. 동일 요구사항 세트로 실측 후 확정.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86968" y="5440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양자화란?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사진을 JPG로 압축하듯 용량↓·품질 소폭↓. 8B 원본(≈16GB)은 8GB GPU에 못 올라가 5.85GB로 압축해 사용.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문서화 공수를 크게 줄인다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3172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2시간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약 10초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41248" y="411480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1건의 문서·티켓 초안 작성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192024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33172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확인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81728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자동 표시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81728" y="411480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변경 시 영향받는 문서 파악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7888" y="192024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33172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중 발견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22208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착수 전 발견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22208" y="411480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불명확·상충으로 인한 재작업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목표/예시 수치 — 실측으로 확정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&amp; 다음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5400000">
              <a:srgbClr val="1E1B4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해결한 이슈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25146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빌드 실패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프록시 SSL 검사로 npm/빌드가 인증서 오류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정적 빌드본을 포함해 npm 없이 실행하도록 해결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계획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엔진 정확도 실측</a:t>
            </a:r>
            <a:endParaRPr lang="en-US" sz="135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Qwen3-8B vs 사내 GPT-OSS-120B (한국어 검출)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4종 양식 확정 → 템플릿·프롬프트화</a:t>
            </a:r>
            <a:endParaRPr lang="en-US" sz="135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SWVOC · Function Requirement · Detail Design · 티켓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2 · 3 개발 (문서 생성 · 추적성)</a:t>
            </a:r>
            <a:endParaRPr lang="en-US" sz="1350" dirty="0"/>
          </a:p>
          <a:p>
            <a:pPr lvl="1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docx 표 파싱으로 요구사항 자동 입력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SEMES</dc:creator>
  <cp:lastModifiedBy>SEMES</cp:lastModifiedBy>
  <cp:revision>1</cp:revision>
  <dcterms:created xsi:type="dcterms:W3CDTF">2026-07-30T01:38:54Z</dcterms:created>
  <dcterms:modified xsi:type="dcterms:W3CDTF">2026-07-30T01:38:54Z</dcterms:modified>
</cp:coreProperties>
</file>