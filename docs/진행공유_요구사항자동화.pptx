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103120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8696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8696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불명확·상충되는 요구를 LLM이 검출·제안하고, 개발자가 고객과 협의해 확정·관리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2744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2744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2744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2744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기능·비기능 요구사항·티켓·상세설계 등 산출물 초안을 자동 도출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2744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6792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56792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6792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관리 (추적성)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56792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요구사항별 연결 산출물을 한눈에 — 변경 영향·진행상황까지 관리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6792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흐름:  요구사항 검토  →  문서·티켓 생성  →  추적성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→ AI 제안 → 수정·확정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3887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검출된 항목마다 AI 제안을 보고, 그 제안을 반영해 본문을 직접 수정·확정한다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(항목별)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377440"/>
            <a:ext cx="11430000" cy="295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(전체 요구사항)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115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55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도출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확정된 요구사항에서 필요한 산출물(고객요구사항·기능/비기능 요구사항·티켓·상세설계)을 자동으로 도출한다.</a:t>
            </a:r>
            <a:endParaRPr lang="en-US" sz="1500" dirty="0"/>
          </a:p>
        </p:txBody>
      </p:sp>
      <p:pic>
        <p:nvPicPr>
          <p:cNvPr id="6" name="Image 0" descr="/home/user/semes-superrookie/docs/img/ppt-deriv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2331720"/>
            <a:ext cx="10789920" cy="408919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 — Jira 티켓 4종</a:t>
            </a:r>
            <a:endParaRPr lang="en-US" sz="3000" dirty="0"/>
          </a:p>
        </p:txBody>
      </p:sp>
      <p:pic>
        <p:nvPicPr>
          <p:cNvPr id="4" name="Image 0" descr="/home/user/semes-superrookie/docs/img/ppt-deriv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691640"/>
            <a:ext cx="10515600" cy="44531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기능마다 필요한 Jira 이슈 초안 생성 · Detail Design은 시퀀스 다이어그램까지 자동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관리 (추적성)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62763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연결 관리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 하나에 어떤 산출물(티켓·SWVOC·Function Requirement·Detail Design)이 물려 있는지 한눈에 (양방향 조회)</a:t>
            </a:r>
            <a:endParaRPr lang="en-US" sz="1400" dirty="0"/>
          </a:p>
        </p:txBody>
      </p:sp>
      <p:pic>
        <p:nvPicPr>
          <p:cNvPr id="6" name="Image 0" descr="/home/user/semes-superrookie/docs/img/ppt-trac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468880"/>
            <a:ext cx="11430000" cy="29882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 ↔ 기능별 티켓 3개, 각 티켓 아래 산출물 3종을 실제 Jira ID로 연결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(변경 영향 분석)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변경 추적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요구사항을 수정하면, 그 문장을 근거로 만든 산출물을 자동으로 찾아 알림</a:t>
            </a:r>
            <a:endParaRPr lang="en-US" sz="1400" dirty="0"/>
          </a:p>
        </p:txBody>
      </p:sp>
      <p:pic>
        <p:nvPicPr>
          <p:cNvPr id="6" name="Image 0" descr="/home/user/semes-superrookie/docs/img/ppt-trace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" y="1737360"/>
            <a:ext cx="10058400" cy="2779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4535424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 저장 시 자동 추적</a:t>
            </a:r>
            <a:endParaRPr lang="en-US" sz="1300" dirty="0"/>
          </a:p>
        </p:txBody>
      </p:sp>
      <p:pic>
        <p:nvPicPr>
          <p:cNvPr id="8" name="Image 1" descr="/home/user/semes-superrookie/docs/img/ppt-trac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" y="4882896"/>
            <a:ext cx="10058400" cy="155905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로드맵 · 마일스톤 (8 ~ 11월)</a:t>
            </a:r>
            <a:endParaRPr lang="en-US" sz="3000" dirty="0"/>
          </a:p>
        </p:txBody>
      </p:sp>
      <p:pic>
        <p:nvPicPr>
          <p:cNvPr id="4" name="Image 0" descr="/home/user/semes-superrookie/docs/img/ppt-road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148840"/>
            <a:ext cx="11795760" cy="32890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공식일정(◆ 8/10 계획 · 9/29 중간보고 · 11월 말 최종보고) 사이사이에 개발을 2단계씩, 총 4단계로 진행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약 10초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1건의 문서·티켓 초안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2026-07-31T01:56:05Z</dcterms:created>
  <dcterms:modified xsi:type="dcterms:W3CDTF">2026-07-31T01:56:05Z</dcterms:modified>
</cp:coreProperties>
</file>