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94960"/>
            <a:ext cx="12191695" cy="54864"/>
          </a:xfrm>
          <a:prstGeom prst="rect">
            <a:avLst/>
          </a:prstGeom>
          <a:solidFill>
            <a:srgbClr val="C67F1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FB4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SuperRookie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 자동화 시스템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공유 (중간)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56692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AEBF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모호성 검출 · 해결 데모까지 구현 / 테스트 완료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EBF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일부 이슈(문서보안 docx 등) 공유 및 해결방향 논의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0" y="5989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E9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발표자 / 날짜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만드나 — 핵심 기능 3가지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66928" y="1170432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고객(삼성전자) 요구사항 명세서에 모호한 표현이 많아 부서마다 해석이 갈린다. 이를 자동화로 잡아준다.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6968" y="2240280"/>
            <a:ext cx="640080" cy="640080"/>
          </a:xfrm>
          <a:prstGeom prst="ellipse">
            <a:avLst/>
          </a:prstGeom>
          <a:solidFill>
            <a:srgbClr val="C67F17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2240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64208" y="22860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해결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86968" y="320040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명세서에서 모호한 조항을 유형별로 검출하고, 합의를 거쳐 해석을 확정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34256" y="192024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240280"/>
            <a:ext cx="640080" cy="64008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13" name="Text 11"/>
          <p:cNvSpPr/>
          <p:nvPr/>
        </p:nvSpPr>
        <p:spPr>
          <a:xfrm>
            <a:off x="4654296" y="2240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31536" y="22860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도출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54296" y="320040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확정된 요구사항을 실제 개발 단위 '기능'으로 분해 (UI · APP 명세)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101584" y="192024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21624" y="2240280"/>
            <a:ext cx="640080" cy="640080"/>
          </a:xfrm>
          <a:prstGeom prst="ellipse">
            <a:avLst/>
          </a:prstGeom>
          <a:solidFill>
            <a:srgbClr val="2A8A57"/>
          </a:solidFill>
          <a:ln/>
        </p:spPr>
      </p:sp>
      <p:sp>
        <p:nvSpPr>
          <p:cNvPr id="18" name="Text 16"/>
          <p:cNvSpPr/>
          <p:nvPr/>
        </p:nvSpPr>
        <p:spPr>
          <a:xfrm>
            <a:off x="8421624" y="2240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98864" y="22860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 변경 관리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421624" y="320040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테이블/컬럼/권한 변경을 등록·알림해 모두가 최신 DB 스키마 공유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C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공유: 핵심기능 ① 모호성 해결 위주로 구현·테스트, ③ DB 변경관리는 설계안까지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173736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React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프론트엔드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1737360"/>
            <a:ext cx="731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AA6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0" y="173736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0" y="1874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39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 (API)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1737360"/>
            <a:ext cx="731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AA6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8229600" y="173736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0" y="1874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LLM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0" y="2468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Qwen3-8B (Ollama)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4400" y="3611880"/>
            <a:ext cx="10332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234440" y="3794760"/>
            <a:ext cx="9784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+ 반출 차단 → 외부 AI(Claude·GPT) 사용 불가 (데이터 반출 금지)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사내 워크스테이션에 오픈소스 모델을 로컬 서빙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환경: Quadro P4000 (VRAM 8GB) · Xeon 8코어 · RAM 32GB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모델: Qwen3-8B (Q5 양자화, GGUF) — 8GB VRAM에 통째로 적재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AI는 어떻게 개발했나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66928" y="1554480"/>
            <a:ext cx="66751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오픈소스 LLM(Qwen3-8B)을 Ollama로 로컬 서빙 — 다운받아 바로 사용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학습(파인튜닝) 없이 프롬프트 기반으로 구현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프롬프트에 모호성 유형 분류 + 도메인 용어집(AMR·LOAD·UNLOAD 등) 반영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 조항에 '이렇게 쓰라'는 재작성 예시(suggestion)까지 출력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항상 '초안' — 담당자가 검토·수정하는 원칙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0" y="173736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B2A4A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589520" y="2057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시간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589520" y="256032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2~3초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7589520" y="37033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EBF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기능(조항) 1건당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58952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FA3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첫 호출은 모델 적재(콜드로드)로 더 걸림 — 이후 정상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핵심기능 ① · 데모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해결 — 이렇게 구현·테스트했다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000" dirty="0"/>
          </a:p>
        </p:txBody>
      </p:sp>
      <p:pic>
        <p:nvPicPr>
          <p:cNvPr id="5" name="Image 0" descr="/home/user/semes-superrookie/docs/img/demo-ambiguity-rea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71289" y="1234440"/>
            <a:ext cx="4076943" cy="5120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554480"/>
            <a:ext cx="6126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입력 → 조항별 모호성 검출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유형 · 사유 · 재작성 예시까지 표시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해결하기 / 넘어가기 선택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시 '해결 전 / 후' 비교로 전환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React + FastAPI + 로컬 LLM로 실제 동작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507492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DDF0E4"/>
          </a:solidFill>
          <a:ln w="12700">
            <a:solidFill>
              <a:srgbClr val="2A8A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50749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8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✔  테스트 완료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업로드 · 파싱 테스트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000" dirty="0"/>
          </a:p>
        </p:txBody>
      </p:sp>
      <p:pic>
        <p:nvPicPr>
          <p:cNvPr id="5" name="Image 0" descr="/home/user/semes-superrookie/docs/img/demo-docx-uplo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1371600"/>
            <a:ext cx="475488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554480"/>
            <a:ext cx="6126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C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명세서 파일을 웹에 업로드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· 표를 파싱해 그대로 표시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docx는 파싱 성공 확인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명세서가 조항 단위로 잘 쪼개지는지 확인용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507492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DDF0E4"/>
          </a:solidFill>
          <a:ln w="12700">
            <a:solidFill>
              <a:srgbClr val="2A8A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50749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8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✔  테스트 완료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핵심기능 ③ ·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 변경 관리 · 알림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DB 변경(테이블·컬럼·권한)을 등록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팀원에게 알림 → 모두가 최신 스키마 공유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'각자 다른 스키마로 인한 누락' 문제 해결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테스트는 불필요해 미실시 — 화면/설계안 단계</a:t>
            </a:r>
            <a:endParaRPr lang="en-US" sz="1500" dirty="0"/>
          </a:p>
        </p:txBody>
      </p:sp>
      <p:pic>
        <p:nvPicPr>
          <p:cNvPr id="6" name="Image 0" descr="/home/user/semes-superrookie/docs/img/design-fig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3609" y="2880360"/>
            <a:ext cx="9934303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FRONTEND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프론트엔드 — React 선택 이유 &amp; 이슈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737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컴포넌트 기반 → 화면 재사용·유지보수 쉬움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상태관리로 검출·해결 상태 즉시 반영 (인터랙티브)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표준·생태계 넓음, 설계서 기술스택과 일치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FDF4E7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737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(고민)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0" y="228600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빌드에 필요한 npm install이 사내 프록시 인증서로 막힘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UNABLE_TO_VERIFY_LEAF_SIGNATURE )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보안이라 함부로 설정 변경도 어려움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8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대응: 미리 빌드한 결과물(dist)만 넣어 실행 → npm 없이 구동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ISSUE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발견된 이슈 &amp; 해결 방향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BEDEC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5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 실제 명세서 docx 파싱 실패  —  "file is not a zip file"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5A3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 추정: 문서보안(DRM)·암호 또는 한글(hwp)·구버전(.doc) → raw 파일이 zip 아님 (Word에선 열려도)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8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해결방향: 실제 파일 시그니처 확인 중 / 보안 해제 사본 테스트 / hwp면 hwp 파싱 지원 검토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347472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36576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과검출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416052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사소한 표현까지 잡는 경향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도메인 지식·기준 프롬프트 정교화로 완화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99632" y="347472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46520" y="36576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9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416052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docx(→hwp) 입력 문제 해결 우선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데이터모델·백엔드 확장, 기능 도출부 구현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46120"/>
            <a:ext cx="12191695" cy="45720"/>
          </a:xfrm>
          <a:prstGeom prst="rect">
            <a:avLst/>
          </a:prstGeom>
          <a:solidFill>
            <a:srgbClr val="C67F1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FB4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검출·해결 데모까지 구현 완료,</a:t>
            </a:r>
            <a:endParaRPr lang="en-US" sz="2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문서보안 이슈만 풀면 실제 명세서 투입 가능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10515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구현·테스트: 모호성 해결 웹 데모, docx 업로드 파싱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이슈: 실제 docx(DRM/hwp) 파싱 — 해결 방향 논의 필요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다음: 입력 형식 해결 후 기능 도출·백엔드 확장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 · Q&amp;A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2026-07-26T23:31:40Z</dcterms:created>
  <dcterms:modified xsi:type="dcterms:W3CDTF">2026-07-26T23:31:40Z</dcterms:modified>
</cp:coreProperties>
</file>