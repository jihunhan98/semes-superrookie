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" y="1783080"/>
            <a:ext cx="11521440" cy="40251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최종보고)에 맞춰 개발을 6단계로 진행 — 기능1은 완료, 8월부터 기능2·3·연동·검증 순으로 개발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2026-07-31T01:28:13Z</dcterms:created>
  <dcterms:modified xsi:type="dcterms:W3CDTF">2026-07-31T01:28:13Z</dcterms:modified>
</cp:coreProperties>
</file>